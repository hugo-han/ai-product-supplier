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0840" y="31752"/>
            <a:ext cx="977920" cy="996947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399999" y="656603"/>
            <a:ext cx="4119879" cy="2939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6830" indent="-24130" algn="l" rtl="0" eaLnBrk="0">
              <a:lnSpc>
                <a:spcPct val="94000"/>
              </a:lnSpc>
            </a:pPr>
            <a:r>
              <a:rPr sz="7000" kern="0" spc="0" dirty="0">
                <a:solidFill>
                  <a:srgbClr val="000000">
                    <a:alpha val="100000"/>
                  </a:srgbClr>
                </a:solidFill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从</a:t>
            </a:r>
            <a:r>
              <a:rPr sz="7000" b="1" kern="0" spc="0" dirty="0">
                <a:solidFill>
                  <a:srgbClr val="207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70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 </a:t>
            </a:r>
            <a:r>
              <a:rPr sz="7000" b="1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工具</a:t>
            </a:r>
            <a:r>
              <a:rPr sz="70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7000" b="1" kern="0" spc="28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到</a:t>
            </a:r>
            <a:r>
              <a:rPr sz="7000" kern="0" spc="0" dirty="0">
                <a:solidFill>
                  <a:srgbClr val="20704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</a:t>
            </a:r>
            <a:r>
              <a:rPr sz="70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</a:t>
            </a:r>
            <a:r>
              <a:rPr sz="7000" b="1" kern="0" spc="5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7000" b="1" kern="0" spc="28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原生</a:t>
            </a:r>
            <a:r>
              <a:rPr sz="70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6400" b="1" kern="0" spc="-4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研</a:t>
            </a:r>
            <a:r>
              <a:rPr sz="6400" kern="0" spc="-410" dirty="0">
                <a:solidFill>
                  <a:srgbClr val="000000">
                    <a:alpha val="100000"/>
                  </a:srgbClr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发</a:t>
            </a:r>
            <a:r>
              <a:rPr sz="6400" kern="0" spc="40" dirty="0">
                <a:solidFill>
                  <a:srgbClr val="000000">
                    <a:alpha val="100000"/>
                  </a:srgbClr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  </a:t>
            </a:r>
            <a:r>
              <a:rPr sz="6400" kern="0" spc="-410" dirty="0">
                <a:solidFill>
                  <a:srgbClr val="000000">
                    <a:alpha val="100000"/>
                  </a:srgbClr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团</a:t>
            </a:r>
            <a:r>
              <a:rPr sz="6400" kern="0" spc="840" dirty="0">
                <a:solidFill>
                  <a:srgbClr val="000000">
                    <a:alpha val="100000"/>
                  </a:srgbClr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 </a:t>
            </a:r>
            <a:r>
              <a:rPr sz="6400" kern="0" spc="-410" dirty="0">
                <a:solidFill>
                  <a:srgbClr val="000000">
                    <a:alpha val="100000"/>
                  </a:srgbClr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队</a:t>
            </a:r>
            <a:endParaRPr sz="6400" dirty="0">
              <a:latin typeface="华文行楷" panose="02010800040101010101" charset="-122"/>
              <a:ea typeface="华文行楷" panose="02010800040101010101" charset="-122"/>
              <a:cs typeface="华文行楷" panose="02010800040101010101" charset="-122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8039140" y="2837340"/>
            <a:ext cx="3318509" cy="3543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3000"/>
              </a:lnSpc>
              <a:spcBef>
                <a:spcPts val="0"/>
              </a:spcBef>
            </a:pPr>
            <a:r>
              <a:rPr sz="5500" kern="0" spc="-5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团</a:t>
            </a:r>
            <a:r>
              <a:rPr sz="5500" kern="0" spc="-510" dirty="0">
                <a:solidFill>
                  <a:srgbClr val="000000">
                    <a:alpha val="100000"/>
                  </a:srgbClr>
                </a:solidFill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队</a:t>
            </a:r>
            <a:endParaRPr sz="5500" dirty="0"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  <a:p>
            <a:pPr algn="r" rtl="0" eaLnBrk="0">
              <a:lnSpc>
                <a:spcPct val="82000"/>
              </a:lnSpc>
              <a:spcBef>
                <a:spcPts val="10"/>
              </a:spcBef>
            </a:pPr>
            <a:r>
              <a:rPr sz="2300" b="1" kern="0" spc="-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2300" b="1" kern="0" spc="-1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 Agen</a:t>
            </a:r>
            <a:r>
              <a:rPr sz="2300" b="1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</a:t>
            </a:r>
            <a:endParaRPr sz="2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0965" algn="l" rtl="0" eaLnBrk="0">
              <a:lnSpc>
                <a:spcPct val="95000"/>
              </a:lnSpc>
              <a:spcBef>
                <a:spcPts val="780"/>
              </a:spcBef>
            </a:pPr>
            <a:r>
              <a:rPr sz="2600" kern="0" spc="1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流程</a:t>
            </a:r>
            <a:endParaRPr sz="2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25115" algn="l" rtl="0" eaLnBrk="0">
              <a:lnSpc>
                <a:spcPts val="1495"/>
              </a:lnSpc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endParaRPr sz="1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42960" y="4635527"/>
            <a:ext cx="1644578" cy="1606555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4451400" y="5307568"/>
            <a:ext cx="1949450" cy="7797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AI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不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 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是</a:t>
            </a:r>
            <a:r>
              <a:rPr sz="1200" kern="0" spc="170" dirty="0">
                <a:solidFill>
                  <a:srgbClr val="000000">
                    <a:alpha val="100000"/>
                  </a:srgbClr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 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替</a:t>
            </a: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 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代</a:t>
            </a:r>
            <a:r>
              <a:rPr sz="1200" kern="0" spc="130" dirty="0">
                <a:solidFill>
                  <a:srgbClr val="000000">
                    <a:alpha val="100000"/>
                  </a:srgbClr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 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我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 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们 ，</a:t>
            </a:r>
            <a:endParaRPr sz="1200" dirty="0">
              <a:latin typeface="华文行楷" panose="02010800040101010101" charset="-122"/>
              <a:ea typeface="华文行楷" panose="02010800040101010101" charset="-122"/>
              <a:cs typeface="华文行楷" panose="02010800040101010101" charset="-122"/>
            </a:endParaRPr>
          </a:p>
          <a:p>
            <a:pPr marL="37465" algn="l" rtl="0" eaLnBrk="0">
              <a:lnSpc>
                <a:spcPct val="155000"/>
              </a:lnSpc>
              <a:spcBef>
                <a:spcPts val="75"/>
              </a:spcBef>
            </a:pP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而 是</a:t>
            </a:r>
            <a:r>
              <a:rPr sz="1200" kern="0" spc="170" dirty="0">
                <a:solidFill>
                  <a:srgbClr val="000000">
                    <a:alpha val="100000"/>
                  </a:srgbClr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 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让</a:t>
            </a:r>
            <a:r>
              <a:rPr sz="1200" kern="0" spc="190" dirty="0">
                <a:solidFill>
                  <a:srgbClr val="000000">
                    <a:alpha val="100000"/>
                  </a:srgbClr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 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我</a:t>
            </a:r>
            <a:r>
              <a:rPr sz="1200" kern="0" spc="130" dirty="0">
                <a:solidFill>
                  <a:srgbClr val="000000">
                    <a:alpha val="100000"/>
                  </a:srgbClr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 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们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 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把</a:t>
            </a:r>
            <a:r>
              <a:rPr sz="1200" b="1" kern="0" spc="-8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更多精力，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放在更有价值的创造上。</a:t>
            </a:r>
            <a:endParaRPr sz="1200" dirty="0">
              <a:latin typeface="华文行楷" panose="02010800040101010101" charset="-122"/>
              <a:ea typeface="华文行楷" panose="02010800040101010101" charset="-122"/>
              <a:cs typeface="华文行楷" panose="02010800040101010101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468148" y="3916451"/>
            <a:ext cx="4210050" cy="4051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2600" b="1" kern="0" spc="-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如何把个人提效变成组织能力</a:t>
            </a:r>
            <a:endParaRPr sz="26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44520" y="3530567"/>
            <a:ext cx="4114800" cy="323903"/>
          </a:xfrm>
          <a:prstGeom prst="rect">
            <a:avLst/>
          </a:prstGeom>
        </p:spPr>
      </p:pic>
      <p:sp>
        <p:nvSpPr>
          <p:cNvPr id="18" name="textbox 18"/>
          <p:cNvSpPr/>
          <p:nvPr/>
        </p:nvSpPr>
        <p:spPr>
          <a:xfrm>
            <a:off x="2117493" y="5241017"/>
            <a:ext cx="1440180" cy="7569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1600" b="1" kern="0" spc="-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技术团队负责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</a:t>
            </a:r>
            <a:endParaRPr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7465" algn="l" rtl="0" eaLnBrk="0">
              <a:lnSpc>
                <a:spcPts val="4040"/>
              </a:lnSpc>
            </a:pP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日期：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2026.07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5706204" y="3460595"/>
            <a:ext cx="1108075" cy="338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21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组织能力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</Words>
  <Application>WPS 演示</Application>
  <PresentationFormat/>
  <Paragraphs>30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Arial</vt:lpstr>
      <vt:lpstr>隶书</vt:lpstr>
      <vt:lpstr>Times New Roman</vt:lpstr>
      <vt:lpstr>楷体</vt:lpstr>
      <vt:lpstr>华文行楷</vt:lpstr>
      <vt:lpstr>黑体</vt:lpstr>
      <vt:lpstr>仿宋</vt:lpstr>
      <vt:lpstr>微软雅黑</vt:lpstr>
      <vt:lpstr>Arial Unicode MS</vt:lpstr>
      <vt:lpstr>Calibri</vt:lpstr>
      <vt:lpstr>MS Gothic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Hugo</cp:lastModifiedBy>
  <cp:revision>2</cp:revision>
  <dcterms:created xsi:type="dcterms:W3CDTF">2026-07-05T15:45:00Z</dcterms:created>
  <dcterms:modified xsi:type="dcterms:W3CDTF">2026-07-05T15:47:08Z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2026-07-06T07:44:51Z</vt:filetime>
  </property>
  <property fmtid="{D5CDD505-2E9C-101B-9397-08002B2CF9AE}" pid="4" name="UsrData">
    <vt:lpwstr>6a4a7bd4c31f44001fb39284wl</vt:lpwstr>
  </property>
  <property fmtid="{D5CDD505-2E9C-101B-9397-08002B2CF9AE}" pid="5" name="ICV">
    <vt:lpwstr>2007A77E0BE740A18C08AC2A01547102_13</vt:lpwstr>
  </property>
  <property fmtid="{D5CDD505-2E9C-101B-9397-08002B2CF9AE}" pid="6" name="KSOProductBuildVer">
    <vt:lpwstr>2052-12.1.0.26895</vt:lpwstr>
  </property>
</Properties>
</file>